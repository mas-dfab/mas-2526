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4"/>
  </p:notesMasterIdLst>
  <p:sldIdLst>
    <p:sldId id="256" r:id="rId2"/>
    <p:sldId id="266" r:id="rId3"/>
  </p:sldIdLst>
  <p:sldSz cx="9144000" cy="5143500" type="screen16x9"/>
  <p:notesSz cx="6858000" cy="9144000"/>
  <p:embeddedFontLst>
    <p:embeddedFont>
      <p:font typeface="Helvetica Neue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1429" userDrawn="1">
          <p15:clr>
            <a:srgbClr val="747775"/>
          </p15:clr>
        </p15:guide>
        <p15:guide id="3" pos="2880">
          <p15:clr>
            <a:srgbClr val="747775"/>
          </p15:clr>
        </p15:guide>
        <p15:guide id="4" pos="4332" userDrawn="1">
          <p15:clr>
            <a:srgbClr val="747775"/>
          </p15:clr>
        </p15:guide>
        <p15:guide id="5" pos="5760">
          <p15:clr>
            <a:srgbClr val="747775"/>
          </p15:clr>
        </p15:guide>
        <p15:guide id="6" orient="horz" pos="810">
          <p15:clr>
            <a:srgbClr val="747775"/>
          </p15:clr>
        </p15:guide>
        <p15:guide id="7" orient="horz" pos="2459" userDrawn="1">
          <p15:clr>
            <a:srgbClr val="747775"/>
          </p15:clr>
        </p15:guide>
        <p15:guide id="8" orient="horz" pos="8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1429"/>
        <p:guide pos="2880"/>
        <p:guide pos="4332"/>
        <p:guide pos="5760"/>
        <p:guide orient="horz" pos="810"/>
        <p:guide orient="horz" pos="2459"/>
        <p:guide orient="horz" pos="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6001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4" y="4400554"/>
            <a:ext cx="5486399" cy="36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25" tIns="47600" rIns="95225" bIns="476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sldNum" idx="12"/>
          </p:nvPr>
        </p:nvSpPr>
        <p:spPr>
          <a:xfrm>
            <a:off x="3884615" y="8685219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25" tIns="47600" rIns="95225" bIns="476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667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39652" y="1383618"/>
            <a:ext cx="2538283" cy="147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749" y="3942920"/>
            <a:ext cx="2322244" cy="37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6036" y="1383618"/>
            <a:ext cx="2808312" cy="1287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cture slide">
  <p:cSld name="Lecture sl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07269" y="844153"/>
            <a:ext cx="7344966" cy="57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007269" y="2733768"/>
            <a:ext cx="7344966" cy="112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1007268" y="2139702"/>
            <a:ext cx="7344967" cy="37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0" y="-1"/>
            <a:ext cx="9144000" cy="4731544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624228" y="4767263"/>
            <a:ext cx="151216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385646" y="4767263"/>
            <a:ext cx="507656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007269" y="4767263"/>
            <a:ext cx="3243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0" y="4516041"/>
            <a:ext cx="9144000" cy="215503"/>
          </a:xfrm>
          <a:prstGeom prst="rect">
            <a:avLst/>
          </a:prstGeom>
          <a:solidFill>
            <a:schemeClr val="dk1">
              <a:alpha val="64705"/>
            </a:schemeClr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500" y="476820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007269" y="205978"/>
            <a:ext cx="7344966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6624228" y="4767263"/>
            <a:ext cx="151216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1385646" y="4767263"/>
            <a:ext cx="507656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007269" y="4767263"/>
            <a:ext cx="3243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1007269" y="1545431"/>
            <a:ext cx="7344966" cy="2970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500" y="476820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- Chapter Title 1">
  <p:cSld name="Empty Slide_1_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0"/>
            <a:ext cx="9182400" cy="5184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>
            <a:spLocks noGrp="1"/>
          </p:cNvSpPr>
          <p:nvPr>
            <p:ph type="pic" idx="2"/>
          </p:nvPr>
        </p:nvSpPr>
        <p:spPr>
          <a:xfrm>
            <a:off x="3462750" y="-16825"/>
            <a:ext cx="5719800" cy="4785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89625" y="2575275"/>
            <a:ext cx="6132600" cy="21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45938" y="4794900"/>
            <a:ext cx="831799" cy="24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r="39124"/>
          <a:stretch/>
        </p:blipFill>
        <p:spPr>
          <a:xfrm>
            <a:off x="769500" y="4749025"/>
            <a:ext cx="589800" cy="331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50" y="4802600"/>
            <a:ext cx="465118" cy="26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1290600" y="4697750"/>
            <a:ext cx="250800" cy="24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subTitle" idx="1"/>
          </p:nvPr>
        </p:nvSpPr>
        <p:spPr>
          <a:xfrm>
            <a:off x="689625" y="4038225"/>
            <a:ext cx="25881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4">
          <p15:clr>
            <a:srgbClr val="FA7B17"/>
          </p15:clr>
        </p15:guide>
        <p15:guide id="2" orient="horz" pos="703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oject Slide">
  <p:cSld name="Project Slide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007268" y="844153"/>
            <a:ext cx="7344967" cy="593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007269" y="2409825"/>
            <a:ext cx="7344966" cy="113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1007268" y="1532231"/>
            <a:ext cx="7344967" cy="334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1007269" y="1926007"/>
            <a:ext cx="7344966" cy="334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Title and caption">
  <p:cSld name="Picture with Title and 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>
            <a:spLocks noGrp="1"/>
          </p:cNvSpPr>
          <p:nvPr>
            <p:ph type="pic" idx="2"/>
          </p:nvPr>
        </p:nvSpPr>
        <p:spPr>
          <a:xfrm>
            <a:off x="0" y="446"/>
            <a:ext cx="9144000" cy="4731544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6624228" y="4767263"/>
            <a:ext cx="151216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1385646" y="4767263"/>
            <a:ext cx="507656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007269" y="4767263"/>
            <a:ext cx="3243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8231" y="844153"/>
            <a:ext cx="1124257" cy="440581"/>
          </a:xfrm>
          <a:prstGeom prst="rect">
            <a:avLst/>
          </a:prstGeom>
          <a:solidFill>
            <a:schemeClr val="lt1">
              <a:alpha val="64705"/>
            </a:schemeClr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0" y="4516041"/>
            <a:ext cx="9144000" cy="215503"/>
          </a:xfrm>
          <a:prstGeom prst="rect">
            <a:avLst/>
          </a:prstGeom>
          <a:solidFill>
            <a:schemeClr val="dk1">
              <a:alpha val="64705"/>
            </a:schemeClr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8855" y="476931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Slide">
  <p:cSld name="Empty Slide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32972" y="4778999"/>
            <a:ext cx="657721" cy="10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500" y="476820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Title and caption 1">
  <p:cSld name="Picture with Title and caption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0" y="446"/>
            <a:ext cx="9144000" cy="4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6624228" y="4767263"/>
            <a:ext cx="151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1385646" y="4767263"/>
            <a:ext cx="507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007269" y="4767263"/>
            <a:ext cx="324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8231" y="844153"/>
            <a:ext cx="1124400" cy="440700"/>
          </a:xfrm>
          <a:prstGeom prst="rect">
            <a:avLst/>
          </a:prstGeom>
          <a:solidFill>
            <a:schemeClr val="lt1">
              <a:alpha val="65880"/>
            </a:schemeClr>
          </a:solidFill>
          <a:ln>
            <a:noFill/>
          </a:ln>
        </p:spPr>
        <p:txBody>
          <a:bodyPr spcFirstLastPara="1" wrap="square" lIns="162000" tIns="81000" rIns="162000" bIns="81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0" y="4516041"/>
            <a:ext cx="9144000" cy="215400"/>
          </a:xfrm>
          <a:prstGeom prst="rect">
            <a:avLst/>
          </a:prstGeom>
          <a:solidFill>
            <a:schemeClr val="dk1">
              <a:alpha val="65880"/>
            </a:schemeClr>
          </a:solidFill>
          <a:ln>
            <a:noFill/>
          </a:ln>
        </p:spPr>
        <p:txBody>
          <a:bodyPr spcFirstLastPara="1" wrap="square" lIns="0" tIns="0" rIns="170100" bIns="0" anchor="t" anchorCtr="0">
            <a:noAutofit/>
          </a:bodyPr>
          <a:lstStyle>
            <a:lvl1pPr marL="457200" marR="0" lvl="0" indent="-228600" algn="r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8855" y="476931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Title and caption 2">
  <p:cSld name="Picture with Title and caption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>
            <a:spLocks noGrp="1"/>
          </p:cNvSpPr>
          <p:nvPr>
            <p:ph type="pic" idx="2"/>
          </p:nvPr>
        </p:nvSpPr>
        <p:spPr>
          <a:xfrm>
            <a:off x="0" y="446"/>
            <a:ext cx="9144000" cy="4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624228" y="4767263"/>
            <a:ext cx="151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1385646" y="4767263"/>
            <a:ext cx="507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007269" y="4767263"/>
            <a:ext cx="324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231" y="844153"/>
            <a:ext cx="1124400" cy="440700"/>
          </a:xfrm>
          <a:prstGeom prst="rect">
            <a:avLst/>
          </a:prstGeom>
          <a:solidFill>
            <a:schemeClr val="lt1">
              <a:alpha val="65880"/>
            </a:schemeClr>
          </a:solidFill>
          <a:ln>
            <a:noFill/>
          </a:ln>
        </p:spPr>
        <p:txBody>
          <a:bodyPr spcFirstLastPara="1" wrap="square" lIns="162000" tIns="81000" rIns="162000" bIns="81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3"/>
          </p:nvPr>
        </p:nvSpPr>
        <p:spPr>
          <a:xfrm>
            <a:off x="0" y="4516041"/>
            <a:ext cx="9144000" cy="215400"/>
          </a:xfrm>
          <a:prstGeom prst="rect">
            <a:avLst/>
          </a:prstGeom>
          <a:solidFill>
            <a:schemeClr val="dk1">
              <a:alpha val="65880"/>
            </a:schemeClr>
          </a:solidFill>
          <a:ln>
            <a:noFill/>
          </a:ln>
        </p:spPr>
        <p:txBody>
          <a:bodyPr spcFirstLastPara="1" wrap="square" lIns="0" tIns="0" rIns="170100" bIns="0" anchor="t" anchorCtr="0">
            <a:noAutofit/>
          </a:bodyPr>
          <a:lstStyle>
            <a:lvl1pPr marL="457200" marR="0" lvl="0" indent="-228600" algn="r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8855" y="476931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07269" y="205978"/>
            <a:ext cx="7344966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07269" y="1545432"/>
            <a:ext cx="7344966" cy="302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624228" y="4767263"/>
            <a:ext cx="151216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385646" y="4767263"/>
            <a:ext cx="507656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07269" y="4767263"/>
            <a:ext cx="32437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5000" y="4779000"/>
            <a:ext cx="474727" cy="27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32972" y="4778999"/>
            <a:ext cx="657721" cy="10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9500" y="4768200"/>
            <a:ext cx="589788" cy="26974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6696" y="232518"/>
            <a:ext cx="1115103" cy="18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05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TH ITA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(16:9)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Noto Sans Symbols</vt:lpstr>
      <vt:lpstr>Helvetica Neue</vt:lpstr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Nađa Milaš</cp:lastModifiedBy>
  <cp:revision>17</cp:revision>
  <dcterms:modified xsi:type="dcterms:W3CDTF">2025-10-24T11:59:44Z</dcterms:modified>
</cp:coreProperties>
</file>